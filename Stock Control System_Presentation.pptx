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905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introduce StockSense project, module CO7201 at University of Leicester.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motivation: SMEs still use descriptive tools. StockSense moves them to decision-support with forecasting, smart reorder and proactive alerts. Industrial relevance across retail, warehousing, healthcare, manufacturing.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project aim and five key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four-tier architecture: Next.js frontend, Django backend, PostgreSQL, and AI/ML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core feature areas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three core AI features: demand forecasting, smart reorder, predictive low-stock alerts. Emphasize evaluation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principal technical challenges: stock accuracy via transactions, RBAC, ML on sparse data, usability for non-technical staff, and integrating the forecasting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project results: all essential requirements delivered, three AI features working, full RBAC and audit trail. Future work: barcode scanning, anomaly detection, AI chatbot, supplier scoring, mobile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2C39A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800" b="1" dirty="0">
              <a:solidFill>
                <a:srgbClr val="02C39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4800" b="1" dirty="0">
              <a:solidFill>
                <a:srgbClr val="02C39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4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Control System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CO7201 Individual Project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Jayeshbhai Patel  |  University of Leicester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Muhammad Sadiq  |  Marker: Vladimirova Tanya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descriptive stock tracking to intelligent decision support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182880" cy="182880"/>
          </a:xfrm>
          <a:prstGeom prst="ellipse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188720" y="21762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rely on spreadsheets, paper registers and disconnected tools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743200"/>
            <a:ext cx="182880" cy="182880"/>
          </a:xfrm>
          <a:prstGeom prst="ellipse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188720" y="2679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systems only answer "How much do we have now?"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3246120"/>
            <a:ext cx="182880" cy="182880"/>
          </a:xfrm>
          <a:prstGeom prst="ellipse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1188720" y="31821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Reordering is reactive — decisions come after shortages occur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3749040"/>
            <a:ext cx="182880" cy="182880"/>
          </a:xfrm>
          <a:prstGeom prst="ellipse">
            <a:avLst/>
          </a:prstGeom>
          <a:solidFill>
            <a:srgbClr val="D94F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1188720" y="3685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of unusual activity, limited audit accountability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8463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Control System Vision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92040" y="224028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212080" y="21762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demand: "How much will we need next week?"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274320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212080" y="2679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reorder suggestions based on forecast + lead times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324612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212080" y="31821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alerts warn before stockouts — not after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3749040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5212080" y="3685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with role-based accountability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160520" y="2651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22960" y="12344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and evaluate an intelligent stock control platform that delivers actionable reports, dynamic forecasting, and smart replenishment suggestions.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requirements via literature review and commercial system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3152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core modules: products, suppliers, stock movements, alerts, reports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3152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JWT auth with role-based access (Admin, Manager, Staff)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3152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features: demand forecasting, smart reorder, predictive alerts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38912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31520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through functional, data integrity, and usability testing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463040" cy="228600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D0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React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D0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280160"/>
            <a:ext cx="1463040" cy="2286000"/>
          </a:xfrm>
          <a:prstGeom prst="roundRect">
            <a:avLst>
              <a:gd name="adj" fmla="val 7500"/>
            </a:avLst>
          </a:prstGeom>
          <a:solidFill>
            <a:srgbClr val="1A6B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292608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1945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D0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DRF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D0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SimpleJWT Auth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12080" y="1280160"/>
            <a:ext cx="1463040" cy="2286000"/>
          </a:xfrm>
          <a:prstGeom prst="roundRect">
            <a:avLst>
              <a:gd name="adj" fmla="val 75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21208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1945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D0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D0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Transactions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0" y="1280160"/>
            <a:ext cx="1463040" cy="2286000"/>
          </a:xfrm>
          <a:prstGeom prst="roundRect">
            <a:avLst>
              <a:gd name="adj" fmla="val 7500"/>
            </a:avLst>
          </a:prstGeom>
          <a:solidFill>
            <a:srgbClr val="0F20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498080" y="1463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1945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D0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scikit-learn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D0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40280" y="2423160"/>
            <a:ext cx="5486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26280" y="2423160"/>
            <a:ext cx="5486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812280" y="2423160"/>
            <a:ext cx="54864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stock movements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0" y="41605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274320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41605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484632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navigation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9440" y="41605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949440" y="4160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Essential  +  8 Recommended  +  4 Optional requirements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6459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🔐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Roles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 with Admin,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Manager, Staff access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657600" y="16459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📦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Mgmt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categories,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SKU, pricing, min levels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92240" y="16459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🔄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16459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Lifecycle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148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in, out, adjust,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operations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22960" y="32918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overview: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value, low stock, alerts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31089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3657600" y="32918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📄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Excel export,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report suite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1089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492240" y="32918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📝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3291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append-only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logging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Features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descriptive to decision-support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 of historical stock movements to project future demand. Evaluated with MAE and RMSE against a naive baseline.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356616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MAE &lt; naive baseline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65760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Reorder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148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forecast demand, current stock levels, and supplier lead times to calculate optimal reorder points and quantities.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1880" y="356616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657600" y="3566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Matches manual calculation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9224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Alerts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148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of expected stockouts before minimum thresholds are breached, enabling proactive purchasing decisions.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356616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492240" y="3566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Alert before breach in 100% of tests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hurdles and how we address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028090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52704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Stock Quantities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must update balances atomically. Concurrent stock-in and stock-out operations risk race conditions.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4538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ACID transactions with optimistic locking; append-only movement records derive the balance.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30552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028090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77240" y="224028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772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404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user roles (Admin, Manager, Staff) each need different permissions across all endpoints.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16712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via SimpleJWT with custom permission classes enforcing role checks per view.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557016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028090">
              <a:alpha val="12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3" name="Shape 21"/>
          <p:cNvSpPr/>
          <p:nvPr/>
        </p:nvSpPr>
        <p:spPr>
          <a:xfrm>
            <a:off x="777240" y="366674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77724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27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5753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Interface for Non-Technical Staff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8313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and shop staff need clear dashboards, not complex screens — adoption depends on simplicity.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35935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navigation hides irrelevant features. Dashboard-first design with guided forms and clear alerts.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270248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028090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77240" y="437997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77724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27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42885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Pipeline Integration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5445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layer must sit inside the transactional backend without blocking API responses or corrupting stock data.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0" y="430682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run as background calculations on historical data; results cached in dedicated tables and served via read-only endpoints.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Future Development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requirements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&amp; tested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6459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65176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features: forecasting,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reorder, predictive alerts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0080" y="3108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with full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enforcement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301752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E8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2651760" y="3108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integrity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transactions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00600" y="171907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212080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&amp; QR Scanning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18928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camera-based scanning for faster stock-in and stock-out workflows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35915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21208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2532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algorithm to flag statistically unusual stock movements automatically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99923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212080" y="2907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Assistant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3172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queries for stock levels, reports, and recommendations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63931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5212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38130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suppliers on delivery rate, quality, price and order accuracy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4279392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5212080" y="4187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Mobile-Native App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4453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mobile experience for warehouse floor staff and on-the-go managers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864</Words>
  <Application>Microsoft Office PowerPoint</Application>
  <PresentationFormat>On-screen Show (16:9)</PresentationFormat>
  <Paragraphs>145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 patel</cp:lastModifiedBy>
  <cp:revision>3</cp:revision>
  <dcterms:created xsi:type="dcterms:W3CDTF">2026-09-02T08:59:32Z</dcterms:created>
  <dcterms:modified xsi:type="dcterms:W3CDTF">2026-09-02T12:49:33Z</dcterms:modified>
</cp:coreProperties>
</file>